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开题报告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类脑脉冲神经网络与传统人工神经网络的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电路实现对比研究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2651760"/>
            <a:ext cx="27432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D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Comparative Study on Circuit Implementation of SNN and ANN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林意哲  |  上海市金陵中学  |  金陵实践点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智能芯片与信息技术实践工作站  |  2026年7月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1143000"/>
            <a:ext cx="585216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1430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114300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一、课题来源（选题依据）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1618488"/>
            <a:ext cx="5852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1848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161848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二、课题研究的目的和意义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2093976"/>
            <a:ext cx="585216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2093976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三、国内外研究现状与存在的问题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45920" y="2569464"/>
            <a:ext cx="5852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56946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256946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四、研究内容和拟解决的关键问题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45920" y="3044952"/>
            <a:ext cx="585216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30449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304495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五、研究方法与技术路线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645920" y="3520440"/>
            <a:ext cx="5852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3520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94560" y="35204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六、预期研究成果和创新点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645920" y="3995928"/>
            <a:ext cx="585216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399592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94560" y="39959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七、研究进度安排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一、课题来源（选题依据）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of the Research Topic</a:t>
            </a:r>
            <a:endParaRPr lang="en-US" sz="1300" dirty="0"/>
          </a:p>
        </p:txBody>
      </p:sp>
      <p:pic>
        <p:nvPicPr>
          <p:cNvPr id="5" name="Image 0" descr="/Users/ethanlin/.trae-cn/work/6a5af1bd2c266e811f3f6f8b/images/image-neuron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51560"/>
            <a:ext cx="393192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05840"/>
            <a:ext cx="4114800" cy="310896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选题缘起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在课题组学习中，我先后学习了生物神经元（单元一）、ANN算法（单元二、三）和数字电路MAC单元（单元四至六）。
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单元一课堂上，老师提到：</a:t>
            </a:r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"SNN比ANN功耗更低，是前沿方向"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。这句话引发了我的好奇——
</a:t>
            </a:r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SNN到底能省多少电？代价是什么？</a:t>
            </a:r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查阅文献发现，"SNN更省电"已有大量研究，但我想通过自建电路亲自验证这个结论。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二、课题研究的目的和意义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Objectives &amp; Significance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ANN基线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Python手写MLP(784-300-10)，MNIST准确率≥95%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7830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SNN转换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7830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ANN-to-SNN转换，验证SNN识别能力，准确率≥85%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2402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40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2402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硬件电路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240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Cadence搭建ANN-MAC与SNN-IF电路，提取硬件指标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6974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6974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对比分析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2697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量化对比两种计算范式的硬件开销差异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1546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1546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3154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拟合准确率-功耗定量关系曲线（最终结论）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18288" cy="3474720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1371600"/>
            <a:ext cx="384048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1371600"/>
            <a:ext cx="73152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1444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实证验证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17190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通过自建电路实测功耗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验证"SNN更省电"课堂结论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加深对类脑计算的理解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423160"/>
            <a:ext cx="384048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2423160"/>
            <a:ext cx="73152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24963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软硬结合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0640" y="27706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Python软件仿真+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Cadence硬件设计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跨工具跨领域综合实践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474720"/>
            <a:ext cx="384048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474720"/>
            <a:ext cx="73152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35478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类脑扣题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20640" y="38221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SNN是最类脑的计算模型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从硬件层面研究SNN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优势与代价，紧扣主题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三、国内外研究现状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of the Art at Home and Abroad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国际进展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TrueNorth (2014)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276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IBM, 28nm, 100万神经元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72mW, 每突触事件26pJ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能耗低176,000倍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9319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04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Loihi (2018/2021)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679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Intel, 14nm→Intel 4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128核心→100万神经元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首个片上学习类脑芯片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39319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8328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Hala Point (2024)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307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Intel+桑迪亚国家实验室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11.5亿神经元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全球最大神经形态系统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国内进展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280160"/>
            <a:ext cx="39319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280160"/>
            <a:ext cx="73152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天机芯 Tianjic (2019)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16276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清华大学施路平团队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Nature封面论文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世界首款SNN+ANN融合芯片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331720"/>
            <a:ext cx="39319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331720"/>
            <a:ext cx="73152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404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天眸芯 (2024)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2679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清华大学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Nature封面论文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类脑互补视觉感知芯片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383280"/>
            <a:ext cx="3931920" cy="9144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383280"/>
            <a:ext cx="73152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7307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灵汐科技推动天机芯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从基础研究走向商业化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2024世界互联网大会领先科技奖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三、现有进展与本课题定位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Existing Progress &amp; Our Positioning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E8F8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已有研究进展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SNN与ANN能效对比已较为充分：Shen(2023)提出Bit Budget框架质疑"SNN天然更省电"；Xu(2024)在SENECA上完成硬件级实测对比；NeuroBench(2025, Nature Comm.)建立标准化基准；snnTorch(2023)等训练框架已成熟。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本课题定位：教学级复现性验证（不声称填补研究空白）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31920" cy="11430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工艺窄缝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现有对比多针对专用芯片（Loihi/SENECA），在SMIC 0.18μm工艺下针对MLP的晶体管级复现案例较少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3931920" cy="11430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377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94960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教学级数据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7249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准确率-能耗关系已有理论框架，但软件准确率与自建电路实测功耗对应的完整教学案例仍稀缺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931920" cy="11430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57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57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应用而非改进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050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转换精度损失是经典已解问题，本课题直接应用Rueckauer(2017)标准方法，关注自建电路上的表现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566160"/>
            <a:ext cx="3931920" cy="11430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57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3657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教学资源补充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0050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NeuroBench面向系统级评测，晶体管级数字电路的完整教学设计案例仍稀缺，本课题可作参考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四、研究内容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Content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070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07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ANN-MLP基线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14300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软件：numpy手写MLP(784-300-10, ReLU)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硬件：4×4阵列乘法器+4位CLA加法器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202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202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18562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ANN-to-SNN转换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85623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权重复用+ReLU→IF替换+泊松编码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时间步仿真，MNIST准确率≥85%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8229600" cy="621792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6334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56946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SNN-IF神经元电路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56946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第一阶段：积分器(加法器+寄存器)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第二阶段：IF神经元(+比较器+复位)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36976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3467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467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28269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对比分析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28269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晶体管数/延迟/功耗三维对比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验证"无需乘法器""事件驱动"优势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8229600" cy="621792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0599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059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399592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Trade-off拟合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99592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改变(T, Vth)获取多组数据点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拟合准确率-功耗定量关系曲线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五、技术路线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41732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ANN基线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1430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974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MLP训练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MAC电路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1947672" y="2468880"/>
            <a:ext cx="182880" cy="182880"/>
          </a:xfrm>
          <a:prstGeom prst="rtTriangle">
            <a:avLst/>
          </a:prstGeom>
          <a:solidFill>
            <a:srgbClr val="6C757D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1554480"/>
            <a:ext cx="1417320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SNN转换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2606040"/>
            <a:ext cx="11430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26974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ANN→SNN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泊松编码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593592" y="2468880"/>
            <a:ext cx="182880" cy="182880"/>
          </a:xfrm>
          <a:prstGeom prst="rtTriangle">
            <a:avLst/>
          </a:prstGeom>
          <a:solidFill>
            <a:srgbClr val="6C757D"/>
          </a:solidFill>
          <a:ln/>
        </p:spPr>
      </p:sp>
      <p:sp>
        <p:nvSpPr>
          <p:cNvPr id="15" name="Shape 13"/>
          <p:cNvSpPr/>
          <p:nvPr/>
        </p:nvSpPr>
        <p:spPr>
          <a:xfrm>
            <a:off x="3794760" y="1554480"/>
            <a:ext cx="141732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IF电路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31920" y="2606040"/>
            <a:ext cx="11430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26974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积分器→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IF神经元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5239512" y="2468880"/>
            <a:ext cx="182880" cy="182880"/>
          </a:xfrm>
          <a:prstGeom prst="rtTriangle">
            <a:avLst/>
          </a:prstGeom>
          <a:solidFill>
            <a:srgbClr val="6C757D"/>
          </a:solidFill>
          <a:ln/>
        </p:spPr>
      </p:sp>
      <p:sp>
        <p:nvSpPr>
          <p:cNvPr id="20" name="Shape 18"/>
          <p:cNvSpPr/>
          <p:nvPr/>
        </p:nvSpPr>
        <p:spPr>
          <a:xfrm>
            <a:off x="5440680" y="1554480"/>
            <a:ext cx="1417320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对比分析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11430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40680" y="26974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 vs IF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硬件指标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5400000">
            <a:off x="6885432" y="2468880"/>
            <a:ext cx="182880" cy="182880"/>
          </a:xfrm>
          <a:prstGeom prst="rtTriangle">
            <a:avLst/>
          </a:prstGeom>
          <a:solidFill>
            <a:srgbClr val="6C757D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1554480"/>
            <a:ext cx="1417320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Trade-off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23760" y="2606040"/>
            <a:ext cx="11430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26974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准确率-功耗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曲线拟合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0" y="109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1097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核心逻辑：Step 1-3并行推进（软件+硬件），Step 4依赖硬件结果，Step 5整合软件准确率与硬件功耗数据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背景知识：ANN-MAC vs SNN-IF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Background: Two Computing Paradigms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0F7F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ANN-MAC 乘加单元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信息表示：连续数值 (float32)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核心运算：乘法+加法 (MAC)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计算模式：持续计算（所有神经元都运算）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需要乘法器：是（4×4阵列乘法器）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事件驱动：否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功耗特性：始终高功耗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E8F8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SNN-IF 脉冲神经元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信息表示：离散脉冲 (0/1 spike)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核心运算：脉冲累加+阈值触发（无需乘法）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计算模式：事件驱动（仅脉冲触发时运算）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需要乘法器：否（MUX代替，显著降低硬件资源）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事件驱动：是（脉冲稀疏→低功耗）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功耗特性：脉冲稀疏→低功耗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IF模型：V[t+1] = V[t] + I[t]；当 V ≥ 阈值 → 发放脉冲，V 复位（Lapicque, 1907）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六、预期成果和创新点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Expected Outcomes &amp; Innovations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658368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ANN训练代码+SNN转换代码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MNIST准确率数据+脉冲稀疏性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931920" cy="658368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0312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ANN-MAC电路+SNN-IF电路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Cadence原理图+仿真波形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658368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036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硬件开销对比表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准确率-功耗trade-off曲线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3931920" cy="658368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5760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6576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开题报告+结题报告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答辩PPT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实践创新点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1887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（教学范围内的拓展价值，非学术突破）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46320" y="1417320"/>
            <a:ext cx="3931920" cy="566928"/>
          </a:xfrm>
          <a:prstGeom prst="rect">
            <a:avLst/>
          </a:prstGeom>
          <a:solidFill>
            <a:srgbClr val="E8F8F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156362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563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14630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首次在本课题组实现IF脉冲神经元数字电路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103120"/>
            <a:ext cx="3931920" cy="566928"/>
          </a:xfrm>
          <a:prstGeom prst="rect">
            <a:avLst/>
          </a:prstGeom>
          <a:solidFill>
            <a:srgbClr val="E8F8F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224942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21488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SMIC 0.18μm工艺下晶体管级电路对比案例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788920"/>
            <a:ext cx="3931920" cy="566928"/>
          </a:xfrm>
          <a:prstGeom prst="rect">
            <a:avLst/>
          </a:prstGeom>
          <a:solidFill>
            <a:srgbClr val="E8F8F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3480" y="293522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935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28346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自建电路实测功耗拟合准确率-功耗关系（实证验证）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474720"/>
            <a:ext cx="3931920" cy="566928"/>
          </a:xfrm>
          <a:prstGeom prst="rect">
            <a:avLst/>
          </a:prstGeom>
          <a:solidFill>
            <a:srgbClr val="E8F8F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362102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621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35204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IF电路两阶段递进实现，降低技术风险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七、研究进度安排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Schedule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1371600"/>
            <a:ext cx="36576" cy="3017520"/>
          </a:xfrm>
          <a:prstGeom prst="rect">
            <a:avLst/>
          </a:prstGeom>
          <a:solidFill>
            <a:srgbClr val="B0C4D8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417320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80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280160"/>
            <a:ext cx="3657600" cy="530352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298448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ANN-MLP基线训练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ANN-MAC电路搭建与仿真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0" y="128016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MLP模型+权重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MAC原理图+仿真波形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207568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9385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1938528"/>
            <a:ext cx="3657600" cy="530352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1956816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ANN-to-SNN转换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SNN软件仿真与验证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0" y="19385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SNN代码+准确率数据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脉冲稀疏性统计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34440" y="2734056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59689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2026年9月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0" y="2596896"/>
            <a:ext cx="3657600" cy="530352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2615184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积分器电路搭建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IF神经元电路搭建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0" y="259689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积分器+IF原理图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仿真波形+硬件指标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34440" y="3392424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25526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2026年10月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0" y="3255264"/>
            <a:ext cx="3657600" cy="530352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3273552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硬件对比分析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Trade-off曲线拟合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0" y="325526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对比表+trade-off曲线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定量结论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34440" y="405079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91363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第五阶段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2026年11月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0" y="3913632"/>
            <a:ext cx="3657600" cy="530352"/>
          </a:xfrm>
          <a:prstGeom prst="rect">
            <a:avLst/>
          </a:prstGeom>
          <a:solidFill>
            <a:srgbClr val="F0F7FA"/>
          </a:solidFill>
          <a:ln w="6350">
            <a:solidFill>
              <a:srgbClr val="B0C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0" y="3931920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撰写结题报告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制作答辩PPT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0" y="391363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结题报告+答辩PPT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50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0" y="2651760"/>
            <a:ext cx="18288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敬请各位老师批评指正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0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林意哲  |  上海市金陵中学  |  2026年7月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类脑脉冲神经网络与传统人工神经网络的电路实现对比研究 - 开题报告</dc:title>
  <dc:subject>PptxGenJS Presentation</dc:subject>
  <dc:creator>林意哲</dc:creator>
  <cp:lastModifiedBy>林意哲</cp:lastModifiedBy>
  <cp:revision>1</cp:revision>
  <dcterms:created xsi:type="dcterms:W3CDTF">2026-07-18T04:31:38Z</dcterms:created>
  <dcterms:modified xsi:type="dcterms:W3CDTF">2026-07-18T04:31:38Z</dcterms:modified>
</cp:coreProperties>
</file>